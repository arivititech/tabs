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charts/chart2.xml" ContentType="application/vnd.openxmlformats-officedocument.drawingml.chart+xml"/>
  <Override PartName="/ppt/notesSlides/notesSlide3.xml" ContentType="application/vnd.openxmlformats-officedocument.presentationml.notesSlide+xml"/>
  <Override PartName="/ppt/charts/chart3.xml" ContentType="application/vnd.openxmlformats-officedocument.drawingml.chart+xml"/>
  <Override PartName="/ppt/notesSlides/notesSlide4.xml" ContentType="application/vnd.openxmlformats-officedocument.presentationml.notesSlide+xml"/>
  <Override PartName="/ppt/charts/chart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9CFEE8-0B4C-47FC-B621-B5B5C1D0B04F}" v="2" dt="2026-09-11T10:22:38.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10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lyzed.com" userId="aaed2106-48f5-4a15-b1fa-35c21b04e48b" providerId="ADAL" clId="{917F0123-1BC7-4763-AF97-4CAACAACC1AF}"/>
    <pc:docChg chg="custSel modSld">
      <pc:chgData name="anilyzed.com" userId="aaed2106-48f5-4a15-b1fa-35c21b04e48b" providerId="ADAL" clId="{917F0123-1BC7-4763-AF97-4CAACAACC1AF}" dt="2026-09-11T10:23:10.456" v="14" actId="22"/>
      <pc:docMkLst>
        <pc:docMk/>
      </pc:docMkLst>
      <pc:sldChg chg="addSp delSp modSp mod">
        <pc:chgData name="anilyzed.com" userId="aaed2106-48f5-4a15-b1fa-35c21b04e48b" providerId="ADAL" clId="{917F0123-1BC7-4763-AF97-4CAACAACC1AF}" dt="2026-09-11T10:23:10.456" v="14" actId="22"/>
        <pc:sldMkLst>
          <pc:docMk/>
          <pc:sldMk cId="0" sldId="256"/>
        </pc:sldMkLst>
        <pc:spChg chg="del">
          <ac:chgData name="anilyzed.com" userId="aaed2106-48f5-4a15-b1fa-35c21b04e48b" providerId="ADAL" clId="{917F0123-1BC7-4763-AF97-4CAACAACC1AF}" dt="2026-09-11T10:22:33.073" v="0" actId="478"/>
          <ac:spMkLst>
            <pc:docMk/>
            <pc:sldMk cId="0" sldId="256"/>
            <ac:spMk id="2" creationId="{00000000-0000-0000-0000-000000000000}"/>
          </ac:spMkLst>
        </pc:spChg>
        <pc:spChg chg="add mod">
          <ac:chgData name="anilyzed.com" userId="aaed2106-48f5-4a15-b1fa-35c21b04e48b" providerId="ADAL" clId="{917F0123-1BC7-4763-AF97-4CAACAACC1AF}" dt="2026-09-11T10:22:38.863" v="2"/>
          <ac:spMkLst>
            <pc:docMk/>
            <pc:sldMk cId="0" sldId="256"/>
            <ac:spMk id="6" creationId="{91B24A64-1777-C96E-6516-C6D23D321952}"/>
          </ac:spMkLst>
        </pc:spChg>
        <pc:spChg chg="add mod">
          <ac:chgData name="anilyzed.com" userId="aaed2106-48f5-4a15-b1fa-35c21b04e48b" providerId="ADAL" clId="{917F0123-1BC7-4763-AF97-4CAACAACC1AF}" dt="2026-09-11T10:22:38.863" v="2"/>
          <ac:spMkLst>
            <pc:docMk/>
            <pc:sldMk cId="0" sldId="256"/>
            <ac:spMk id="7" creationId="{1153018B-D513-FE71-7854-F20DFD36D2C7}"/>
          </ac:spMkLst>
        </pc:spChg>
        <pc:picChg chg="add">
          <ac:chgData name="anilyzed.com" userId="aaed2106-48f5-4a15-b1fa-35c21b04e48b" providerId="ADAL" clId="{917F0123-1BC7-4763-AF97-4CAACAACC1AF}" dt="2026-09-11T10:23:10.456" v="14" actId="22"/>
          <ac:picMkLst>
            <pc:docMk/>
            <pc:sldMk cId="0" sldId="256"/>
            <ac:picMk id="9" creationId="{3FCC1A2E-BC5D-49D3-CE12-4392E710CEEA}"/>
          </ac:picMkLst>
        </pc:picChg>
      </pc:sldChg>
      <pc:sldChg chg="addSp delSp mod">
        <pc:chgData name="anilyzed.com" userId="aaed2106-48f5-4a15-b1fa-35c21b04e48b" providerId="ADAL" clId="{917F0123-1BC7-4763-AF97-4CAACAACC1AF}" dt="2026-09-11T10:23:01.939" v="11" actId="22"/>
        <pc:sldMkLst>
          <pc:docMk/>
          <pc:sldMk cId="0" sldId="257"/>
        </pc:sldMkLst>
        <pc:spChg chg="del">
          <ac:chgData name="anilyzed.com" userId="aaed2106-48f5-4a15-b1fa-35c21b04e48b" providerId="ADAL" clId="{917F0123-1BC7-4763-AF97-4CAACAACC1AF}" dt="2026-09-11T10:23:01.523" v="10" actId="478"/>
          <ac:spMkLst>
            <pc:docMk/>
            <pc:sldMk cId="0" sldId="257"/>
            <ac:spMk id="2" creationId="{00000000-0000-0000-0000-000000000000}"/>
          </ac:spMkLst>
        </pc:spChg>
        <pc:picChg chg="add">
          <ac:chgData name="anilyzed.com" userId="aaed2106-48f5-4a15-b1fa-35c21b04e48b" providerId="ADAL" clId="{917F0123-1BC7-4763-AF97-4CAACAACC1AF}" dt="2026-09-11T10:23:01.939" v="11" actId="22"/>
          <ac:picMkLst>
            <pc:docMk/>
            <pc:sldMk cId="0" sldId="257"/>
            <ac:picMk id="7" creationId="{90342AE6-1BDE-DA88-BF41-D8BF598109D9}"/>
          </ac:picMkLst>
        </pc:picChg>
      </pc:sldChg>
      <pc:sldChg chg="addSp delSp mod">
        <pc:chgData name="anilyzed.com" userId="aaed2106-48f5-4a15-b1fa-35c21b04e48b" providerId="ADAL" clId="{917F0123-1BC7-4763-AF97-4CAACAACC1AF}" dt="2026-09-11T10:23:04.994" v="13" actId="22"/>
        <pc:sldMkLst>
          <pc:docMk/>
          <pc:sldMk cId="0" sldId="258"/>
        </pc:sldMkLst>
        <pc:spChg chg="del">
          <ac:chgData name="anilyzed.com" userId="aaed2106-48f5-4a15-b1fa-35c21b04e48b" providerId="ADAL" clId="{917F0123-1BC7-4763-AF97-4CAACAACC1AF}" dt="2026-09-11T10:23:04.685" v="12" actId="478"/>
          <ac:spMkLst>
            <pc:docMk/>
            <pc:sldMk cId="0" sldId="258"/>
            <ac:spMk id="2" creationId="{00000000-0000-0000-0000-000000000000}"/>
          </ac:spMkLst>
        </pc:spChg>
        <pc:picChg chg="add">
          <ac:chgData name="anilyzed.com" userId="aaed2106-48f5-4a15-b1fa-35c21b04e48b" providerId="ADAL" clId="{917F0123-1BC7-4763-AF97-4CAACAACC1AF}" dt="2026-09-11T10:23:04.994" v="13" actId="22"/>
          <ac:picMkLst>
            <pc:docMk/>
            <pc:sldMk cId="0" sldId="258"/>
            <ac:picMk id="7" creationId="{0335D21E-AEF1-744A-CEB7-5518FF868DA2}"/>
          </ac:picMkLst>
        </pc:picChg>
      </pc:sldChg>
      <pc:sldChg chg="addSp delSp modSp mod">
        <pc:chgData name="anilyzed.com" userId="aaed2106-48f5-4a15-b1fa-35c21b04e48b" providerId="ADAL" clId="{917F0123-1BC7-4763-AF97-4CAACAACC1AF}" dt="2026-09-11T10:22:58.601" v="9" actId="22"/>
        <pc:sldMkLst>
          <pc:docMk/>
          <pc:sldMk cId="0" sldId="259"/>
        </pc:sldMkLst>
        <pc:spChg chg="del">
          <ac:chgData name="anilyzed.com" userId="aaed2106-48f5-4a15-b1fa-35c21b04e48b" providerId="ADAL" clId="{917F0123-1BC7-4763-AF97-4CAACAACC1AF}" dt="2026-09-11T10:22:58.186" v="8" actId="478"/>
          <ac:spMkLst>
            <pc:docMk/>
            <pc:sldMk cId="0" sldId="259"/>
            <ac:spMk id="2" creationId="{00000000-0000-0000-0000-000000000000}"/>
          </ac:spMkLst>
        </pc:spChg>
        <pc:picChg chg="add del mod">
          <ac:chgData name="anilyzed.com" userId="aaed2106-48f5-4a15-b1fa-35c21b04e48b" providerId="ADAL" clId="{917F0123-1BC7-4763-AF97-4CAACAACC1AF}" dt="2026-09-11T10:22:56.035" v="7" actId="21"/>
          <ac:picMkLst>
            <pc:docMk/>
            <pc:sldMk cId="0" sldId="259"/>
            <ac:picMk id="7" creationId="{A4D780C2-1251-F855-D2F7-1BA6AD866BF0}"/>
          </ac:picMkLst>
        </pc:picChg>
        <pc:picChg chg="add">
          <ac:chgData name="anilyzed.com" userId="aaed2106-48f5-4a15-b1fa-35c21b04e48b" providerId="ADAL" clId="{917F0123-1BC7-4763-AF97-4CAACAACC1AF}" dt="2026-09-11T10:22:58.601" v="9" actId="22"/>
          <ac:picMkLst>
            <pc:docMk/>
            <pc:sldMk cId="0" sldId="259"/>
            <ac:picMk id="9" creationId="{849DA02F-5767-E3F9-2C1D-10FF2455C2EF}"/>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Before</c:v>
                </c:pt>
              </c:strCache>
            </c:strRef>
          </c:tx>
          <c:spPr>
            <a:solidFill>
              <a:srgbClr val="ECEDF6"/>
            </a:solidFill>
            <a:effectLst/>
          </c:spPr>
          <c:invertIfNegative val="0"/>
          <c:dLbls>
            <c:numFmt formatCode="#,##0" sourceLinked="0"/>
            <c:spPr>
              <a:noFill/>
              <a:ln>
                <a:noFill/>
              </a:ln>
              <a:effectLst/>
            </c:spPr>
            <c:txPr>
              <a:bodyPr/>
              <a:lstStyle/>
              <a:p>
                <a:pPr>
                  <a:defRPr sz="1000" b="0" i="0" u="none" strike="noStrike">
                    <a:solidFill>
                      <a:srgbClr val="2E2E2E"/>
                    </a:solidFill>
                    <a:latin typeface="Plus Jakarta San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Sheet1!$B$2:$B$5</c:f>
              <c:numCache>
                <c:formatCode>General</c:formatCode>
                <c:ptCount val="4"/>
                <c:pt idx="0">
                  <c:v>100</c:v>
                </c:pt>
                <c:pt idx="1">
                  <c:v>100</c:v>
                </c:pt>
                <c:pt idx="2">
                  <c:v>100</c:v>
                </c:pt>
                <c:pt idx="3">
                  <c:v>100</c:v>
                </c:pt>
              </c:numCache>
            </c:numRef>
          </c:val>
          <c:extLst>
            <c:ext xmlns:c16="http://schemas.microsoft.com/office/drawing/2014/chart" uri="{C3380CC4-5D6E-409C-BE32-E72D297353CC}">
              <c16:uniqueId val="{00000000-D474-4C26-B340-3C018E4F02E0}"/>
            </c:ext>
          </c:extLst>
        </c:ser>
        <c:ser>
          <c:idx val="1"/>
          <c:order val="1"/>
          <c:tx>
            <c:strRef>
              <c:f>Sheet1!$C$1</c:f>
              <c:strCache>
                <c:ptCount val="1"/>
                <c:pt idx="0">
                  <c:v>After</c:v>
                </c:pt>
              </c:strCache>
            </c:strRef>
          </c:tx>
          <c:spPr>
            <a:solidFill>
              <a:srgbClr val="FF4D1C"/>
            </a:solidFill>
            <a:effectLst/>
          </c:spPr>
          <c:invertIfNegative val="0"/>
          <c:dLbls>
            <c:numFmt formatCode="#,##0" sourceLinked="0"/>
            <c:spPr>
              <a:noFill/>
              <a:ln>
                <a:noFill/>
              </a:ln>
              <a:effectLst/>
            </c:spPr>
            <c:txPr>
              <a:bodyPr/>
              <a:lstStyle/>
              <a:p>
                <a:pPr>
                  <a:defRPr sz="1000" b="0" i="0" u="none" strike="noStrike">
                    <a:solidFill>
                      <a:srgbClr val="2E2E2E"/>
                    </a:solidFill>
                    <a:latin typeface="Plus Jakarta San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Q1</c:v>
                </c:pt>
                <c:pt idx="1">
                  <c:v>Q2</c:v>
                </c:pt>
                <c:pt idx="2">
                  <c:v>Q3</c:v>
                </c:pt>
                <c:pt idx="3">
                  <c:v>Q4</c:v>
                </c:pt>
              </c:strCache>
            </c:strRef>
          </c:cat>
          <c:val>
            <c:numRef>
              <c:f>Sheet1!$C$2:$C$5</c:f>
              <c:numCache>
                <c:formatCode>General</c:formatCode>
                <c:ptCount val="4"/>
                <c:pt idx="0">
                  <c:v>62</c:v>
                </c:pt>
                <c:pt idx="1">
                  <c:v>55</c:v>
                </c:pt>
                <c:pt idx="2">
                  <c:v>48</c:v>
                </c:pt>
                <c:pt idx="3">
                  <c:v>40</c:v>
                </c:pt>
              </c:numCache>
            </c:numRef>
          </c:val>
          <c:extLst>
            <c:ext xmlns:c16="http://schemas.microsoft.com/office/drawing/2014/chart" uri="{C3380CC4-5D6E-409C-BE32-E72D297353CC}">
              <c16:uniqueId val="{00000001-D474-4C26-B340-3C018E4F02E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6B76"/>
                </a:solidFill>
                <a:latin typeface="Plus Jakarta San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latin typeface="Plus Jakarta Sans"/>
              <a:cs typeface="Plus Jakarta Sans"/>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Adoption</c:v>
                </c:pt>
              </c:strCache>
            </c:strRef>
          </c:tx>
          <c:spPr>
            <a:ln w="38100" cap="flat">
              <a:solidFill>
                <a:srgbClr val="3B3EA9"/>
              </a:solidFill>
              <a:prstDash val="solid"/>
              <a:round/>
            </a:ln>
            <a:effectLst/>
          </c:spPr>
          <c:marker>
            <c:symbol val="circle"/>
            <c:size val="7"/>
            <c:spPr>
              <a:solidFill>
                <a:srgbClr val="3B3EA9"/>
              </a:solidFill>
              <a:ln w="9525" cap="flat">
                <a:solidFill>
                  <a:srgbClr val="3B3EA9"/>
                </a:solidFill>
                <a:prstDash val="solid"/>
                <a:round/>
              </a:ln>
              <a:effectLst/>
            </c:spPr>
          </c:marker>
          <c:cat>
            <c:strRef>
              <c:f>Sheet1!$A$2:$A$6</c:f>
              <c:strCache>
                <c:ptCount val="5"/>
                <c:pt idx="0">
                  <c:v>W1</c:v>
                </c:pt>
                <c:pt idx="1">
                  <c:v>W4</c:v>
                </c:pt>
                <c:pt idx="2">
                  <c:v>W8</c:v>
                </c:pt>
                <c:pt idx="3">
                  <c:v>W12</c:v>
                </c:pt>
                <c:pt idx="4">
                  <c:v>W16</c:v>
                </c:pt>
              </c:strCache>
            </c:strRef>
          </c:cat>
          <c:val>
            <c:numRef>
              <c:f>Sheet1!$B$2:$B$6</c:f>
              <c:numCache>
                <c:formatCode>General</c:formatCode>
                <c:ptCount val="5"/>
                <c:pt idx="0">
                  <c:v>12</c:v>
                </c:pt>
                <c:pt idx="1">
                  <c:v>28</c:v>
                </c:pt>
                <c:pt idx="2">
                  <c:v>44</c:v>
                </c:pt>
                <c:pt idx="3">
                  <c:v>68</c:v>
                </c:pt>
                <c:pt idx="4">
                  <c:v>84</c:v>
                </c:pt>
              </c:numCache>
            </c:numRef>
          </c:val>
          <c:smooth val="0"/>
          <c:extLst>
            <c:ext xmlns:c16="http://schemas.microsoft.com/office/drawing/2014/chart" uri="{C3380CC4-5D6E-409C-BE32-E72D297353CC}">
              <c16:uniqueId val="{00000000-9D2C-4E9A-967A-A0BCB0AD1BF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6B76"/>
                </a:solidFill>
                <a:latin typeface="Plus Jakarta San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1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76"/>
                </a:solidFill>
                <a:latin typeface="Plus Jakarta San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FF4D1C"/>
              </a:solidFill>
              <a:effectLst/>
            </c:spPr>
            <c:extLst>
              <c:ext xmlns:c16="http://schemas.microsoft.com/office/drawing/2014/chart" uri="{C3380CC4-5D6E-409C-BE32-E72D297353CC}">
                <c16:uniqueId val="{00000001-9B0A-4CF9-A80F-BF5956FF2CFF}"/>
              </c:ext>
            </c:extLst>
          </c:dPt>
          <c:dPt>
            <c:idx val="1"/>
            <c:bubble3D val="0"/>
            <c:spPr>
              <a:solidFill>
                <a:srgbClr val="3B3EA9"/>
              </a:solidFill>
              <a:effectLst/>
            </c:spPr>
            <c:extLst>
              <c:ext xmlns:c16="http://schemas.microsoft.com/office/drawing/2014/chart" uri="{C3380CC4-5D6E-409C-BE32-E72D297353CC}">
                <c16:uniqueId val="{00000003-9B0A-4CF9-A80F-BF5956FF2CFF}"/>
              </c:ext>
            </c:extLst>
          </c:dPt>
          <c:dPt>
            <c:idx val="2"/>
            <c:bubble3D val="0"/>
            <c:spPr>
              <a:solidFill>
                <a:srgbClr val="ECEDF6"/>
              </a:solidFill>
              <a:effectLst/>
            </c:spPr>
            <c:extLst>
              <c:ext xmlns:c16="http://schemas.microsoft.com/office/drawing/2014/chart" uri="{C3380CC4-5D6E-409C-BE32-E72D297353CC}">
                <c16:uniqueId val="{00000005-9B0A-4CF9-A80F-BF5956FF2CFF}"/>
              </c:ext>
            </c:extLst>
          </c:dPt>
          <c:dLbls>
            <c:dLbl>
              <c:idx val="0"/>
              <c:numFmt formatCode="General" sourceLinked="0"/>
              <c:spPr/>
              <c:txPr>
                <a:bodyPr/>
                <a:lstStyle/>
                <a:p>
                  <a:pPr>
                    <a:defRPr sz="1100" b="0" i="0" u="none" strike="noStrike">
                      <a:solidFill>
                        <a:srgbClr val="FFFFFF"/>
                      </a:solidFill>
                      <a:latin typeface="Plus Jakarta San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B0A-4CF9-A80F-BF5956FF2CFF}"/>
                </c:ext>
              </c:extLst>
            </c:dLbl>
            <c:dLbl>
              <c:idx val="1"/>
              <c:numFmt formatCode="General" sourceLinked="0"/>
              <c:spPr/>
              <c:txPr>
                <a:bodyPr/>
                <a:lstStyle/>
                <a:p>
                  <a:pPr>
                    <a:defRPr sz="1100" b="0" i="0" u="none" strike="noStrike">
                      <a:solidFill>
                        <a:srgbClr val="FFFFFF"/>
                      </a:solidFill>
                      <a:latin typeface="Plus Jakarta San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B0A-4CF9-A80F-BF5956FF2CFF}"/>
                </c:ext>
              </c:extLst>
            </c:dLbl>
            <c:dLbl>
              <c:idx val="2"/>
              <c:numFmt formatCode="General" sourceLinked="0"/>
              <c:spPr/>
              <c:txPr>
                <a:bodyPr/>
                <a:lstStyle/>
                <a:p>
                  <a:pPr>
                    <a:defRPr sz="1100" b="0" i="0" u="none" strike="noStrike">
                      <a:solidFill>
                        <a:srgbClr val="FFFFFF"/>
                      </a:solidFill>
                      <a:latin typeface="Plus Jakarta San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B0A-4CF9-A80F-BF5956FF2CFF}"/>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Automated</c:v>
                </c:pt>
                <c:pt idx="1">
                  <c:v>Human-reviewed</c:v>
                </c:pt>
                <c:pt idx="2">
                  <c:v>Manual</c:v>
                </c:pt>
              </c:strCache>
            </c:strRef>
          </c:cat>
          <c:val>
            <c:numRef>
              <c:f>Sheet1!$B$2:$B$4</c:f>
              <c:numCache>
                <c:formatCode>General</c:formatCode>
                <c:ptCount val="3"/>
                <c:pt idx="0">
                  <c:v>58</c:v>
                </c:pt>
                <c:pt idx="1">
                  <c:v>30</c:v>
                </c:pt>
                <c:pt idx="2">
                  <c:v>12</c:v>
                </c:pt>
              </c:numCache>
            </c:numRef>
          </c:val>
          <c:extLst>
            <c:ext xmlns:c16="http://schemas.microsoft.com/office/drawing/2014/chart" uri="{C3380CC4-5D6E-409C-BE32-E72D297353CC}">
              <c16:uniqueId val="{00000006-9B0A-4CF9-A80F-BF5956FF2CFF}"/>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r"/>
      <c:overlay val="0"/>
      <c:txPr>
        <a:bodyPr/>
        <a:lstStyle/>
        <a:p>
          <a:pPr>
            <a:defRPr sz="1100">
              <a:latin typeface="Plus Jakarta Sans"/>
              <a:cs typeface="Plus Jakarta Sans"/>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 sourceLinked="0"/>
            <c:spPr>
              <a:noFill/>
              <a:ln>
                <a:noFill/>
              </a:ln>
              <a:effectLst/>
            </c:spPr>
            <c:txPr>
              <a:bodyPr/>
              <a:lstStyle/>
              <a:p>
                <a:pPr>
                  <a:defRPr sz="1000" b="0" i="0" u="none" strike="noStrike">
                    <a:solidFill>
                      <a:srgbClr val="2E2E2E"/>
                    </a:solidFill>
                    <a:latin typeface="Plus Jakarta San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Start</c:v>
                </c:pt>
                <c:pt idx="1">
                  <c:v>Savings</c:v>
                </c:pt>
                <c:pt idx="2">
                  <c:v>New cost</c:v>
                </c:pt>
                <c:pt idx="3">
                  <c:v>Efficiency</c:v>
                </c:pt>
                <c:pt idx="4">
                  <c:v>End</c:v>
                </c:pt>
              </c:strCache>
            </c:strRef>
          </c:cat>
          <c:val>
            <c:numRef>
              <c:f>Sheet1!$B$2:$B$6</c:f>
              <c:numCache>
                <c:formatCode>General</c:formatCode>
                <c:ptCount val="5"/>
                <c:pt idx="0">
                  <c:v>0</c:v>
                </c:pt>
                <c:pt idx="1">
                  <c:v>58</c:v>
                </c:pt>
                <c:pt idx="2">
                  <c:v>58</c:v>
                </c:pt>
                <c:pt idx="3">
                  <c:v>40</c:v>
                </c:pt>
                <c:pt idx="4">
                  <c:v>0</c:v>
                </c:pt>
              </c:numCache>
            </c:numRef>
          </c:val>
          <c:extLst>
            <c:ext xmlns:c16="http://schemas.microsoft.com/office/drawing/2014/chart" uri="{C3380CC4-5D6E-409C-BE32-E72D297353CC}">
              <c16:uniqueId val="{00000000-E13C-45BE-9651-EF9F757785F3}"/>
            </c:ext>
          </c:extLst>
        </c:ser>
        <c:ser>
          <c:idx val="1"/>
          <c:order val="1"/>
          <c:tx>
            <c:strRef>
              <c:f>Sheet1!$C$1</c:f>
              <c:strCache>
                <c:ptCount val="1"/>
                <c:pt idx="0">
                  <c:v>Value</c:v>
                </c:pt>
              </c:strCache>
            </c:strRef>
          </c:tx>
          <c:spPr>
            <a:solidFill>
              <a:srgbClr val="3B3EA9"/>
            </a:solidFill>
            <a:effectLst/>
          </c:spPr>
          <c:invertIfNegative val="0"/>
          <c:dLbls>
            <c:numFmt formatCode="#,##0" sourceLinked="0"/>
            <c:spPr>
              <a:noFill/>
              <a:ln>
                <a:noFill/>
              </a:ln>
              <a:effectLst/>
            </c:spPr>
            <c:txPr>
              <a:bodyPr/>
              <a:lstStyle/>
              <a:p>
                <a:pPr>
                  <a:defRPr sz="1000" b="0" i="0" u="none" strike="noStrike">
                    <a:solidFill>
                      <a:srgbClr val="2E2E2E"/>
                    </a:solidFill>
                    <a:latin typeface="Plus Jakarta San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Start</c:v>
                </c:pt>
                <c:pt idx="1">
                  <c:v>Savings</c:v>
                </c:pt>
                <c:pt idx="2">
                  <c:v>New cost</c:v>
                </c:pt>
                <c:pt idx="3">
                  <c:v>Efficiency</c:v>
                </c:pt>
                <c:pt idx="4">
                  <c:v>End</c:v>
                </c:pt>
              </c:strCache>
            </c:strRef>
          </c:cat>
          <c:val>
            <c:numRef>
              <c:f>Sheet1!$C$2:$C$6</c:f>
              <c:numCache>
                <c:formatCode>General</c:formatCode>
                <c:ptCount val="5"/>
                <c:pt idx="0">
                  <c:v>100</c:v>
                </c:pt>
                <c:pt idx="1">
                  <c:v>25</c:v>
                </c:pt>
                <c:pt idx="2">
                  <c:v>-18</c:v>
                </c:pt>
                <c:pt idx="3">
                  <c:v>15</c:v>
                </c:pt>
                <c:pt idx="4">
                  <c:v>122</c:v>
                </c:pt>
              </c:numCache>
            </c:numRef>
          </c:val>
          <c:extLst>
            <c:ext xmlns:c16="http://schemas.microsoft.com/office/drawing/2014/chart" uri="{C3380CC4-5D6E-409C-BE32-E72D297353CC}">
              <c16:uniqueId val="{00000001-E13C-45BE-9651-EF9F757785F3}"/>
            </c:ext>
          </c:extLst>
        </c:ser>
        <c:dLbls>
          <c:showLegendKey val="0"/>
          <c:showVal val="1"/>
          <c:showCatName val="0"/>
          <c:showSerName val="0"/>
          <c:showPercent val="0"/>
          <c:showBubbleSize val="0"/>
        </c:dLbls>
        <c:gapWidth val="3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6B76"/>
                </a:solidFill>
                <a:latin typeface="Plus Jakarta San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9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2000" b="1" dirty="0">
                <a:solidFill>
                  <a:srgbClr val="2E2E2E"/>
                </a:solidFill>
                <a:latin typeface="Space Grotesk" pitchFamily="34" charset="0"/>
                <a:ea typeface="Space Grotesk" pitchFamily="34" charset="-122"/>
                <a:cs typeface="Space Grotesk" pitchFamily="34" charset="-120"/>
              </a:rPr>
              <a:t>Column Comparison — copy this chart into your deck</a:t>
            </a:r>
            <a:endParaRPr lang="en-US" sz="2000" dirty="0"/>
          </a:p>
        </p:txBody>
      </p:sp>
      <p:graphicFrame>
        <p:nvGraphicFramePr>
          <p:cNvPr id="4" name="Chart 0"/>
          <p:cNvGraphicFramePr/>
          <p:nvPr/>
        </p:nvGraphicFramePr>
        <p:xfrm>
          <a:off x="640080" y="1554480"/>
          <a:ext cx="7772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595360" y="1737360"/>
            <a:ext cx="3017520" cy="4114800"/>
          </a:xfrm>
          <a:prstGeom prst="rect">
            <a:avLst/>
          </a:prstGeom>
          <a:noFill/>
          <a:ln/>
        </p:spPr>
        <p:txBody>
          <a:bodyPr wrap="square" rtlCol="0" anchor="t"/>
          <a:lstStyle/>
          <a:p>
            <a:pPr marL="0" indent="0">
              <a:buNone/>
            </a:pPr>
            <a:r>
              <a:rPr lang="en-US" sz="1000" dirty="0">
                <a:solidFill>
                  <a:srgbClr val="6B6B76"/>
                </a:solidFill>
                <a:latin typeface="Plus Jakarta Sans" pitchFamily="34" charset="0"/>
                <a:ea typeface="Plus Jakarta Sans" pitchFamily="34" charset="-122"/>
                <a:cs typeface="Plus Jakarta Sans" pitchFamily="34" charset="-120"/>
              </a:rPr>
              <a:t>Style rule: 2-series max per chart. Muted mist for baseline/before, orange for the highlighted/after series. Never more than one orange series per chart — it's the emphasis color, not a palette color.</a:t>
            </a:r>
            <a:endParaRPr lang="en-US" sz="1000" dirty="0"/>
          </a:p>
        </p:txBody>
      </p:sp>
      <p:pic>
        <p:nvPicPr>
          <p:cNvPr id="9" name="Picture 8">
            <a:extLst>
              <a:ext uri="{FF2B5EF4-FFF2-40B4-BE49-F238E27FC236}">
                <a16:creationId xmlns:a16="http://schemas.microsoft.com/office/drawing/2014/main" id="{3FCC1A2E-BC5D-49D3-CE12-4392E710CEEA}"/>
              </a:ext>
            </a:extLst>
          </p:cNvPr>
          <p:cNvPicPr>
            <a:picLocks noChangeAspect="1"/>
          </p:cNvPicPr>
          <p:nvPr/>
        </p:nvPicPr>
        <p:blipFill>
          <a:blip r:embed="rId4"/>
          <a:stretch>
            <a:fillRect/>
          </a:stretch>
        </p:blipFill>
        <p:spPr>
          <a:xfrm>
            <a:off x="640080" y="380425"/>
            <a:ext cx="852096" cy="320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2000" b="1" dirty="0">
                <a:solidFill>
                  <a:srgbClr val="2E2E2E"/>
                </a:solidFill>
                <a:latin typeface="Space Grotesk" pitchFamily="34" charset="0"/>
                <a:ea typeface="Space Grotesk" pitchFamily="34" charset="-122"/>
                <a:cs typeface="Space Grotesk" pitchFamily="34" charset="-120"/>
              </a:rPr>
              <a:t>Line Trend — copy this chart into your deck</a:t>
            </a:r>
            <a:endParaRPr lang="en-US" sz="2000" dirty="0"/>
          </a:p>
        </p:txBody>
      </p:sp>
      <p:graphicFrame>
        <p:nvGraphicFramePr>
          <p:cNvPr id="4" name="Chart 0"/>
          <p:cNvGraphicFramePr/>
          <p:nvPr/>
        </p:nvGraphicFramePr>
        <p:xfrm>
          <a:off x="640080" y="1554480"/>
          <a:ext cx="7772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595360" y="1737360"/>
            <a:ext cx="3017520" cy="4114800"/>
          </a:xfrm>
          <a:prstGeom prst="rect">
            <a:avLst/>
          </a:prstGeom>
          <a:noFill/>
          <a:ln/>
        </p:spPr>
        <p:txBody>
          <a:bodyPr wrap="square" rtlCol="0" anchor="t"/>
          <a:lstStyle/>
          <a:p>
            <a:pPr marL="0" indent="0">
              <a:buNone/>
            </a:pPr>
            <a:r>
              <a:rPr lang="en-US" sz="1000" dirty="0">
                <a:solidFill>
                  <a:srgbClr val="6B6B76"/>
                </a:solidFill>
                <a:latin typeface="Plus Jakarta Sans" pitchFamily="34" charset="0"/>
                <a:ea typeface="Plus Jakarta Sans" pitchFamily="34" charset="-122"/>
                <a:cs typeface="Plus Jakarta Sans" pitchFamily="34" charset="-120"/>
              </a:rPr>
              <a:t>Style rule: single indigo line for a trend, 3pt weight, circle markers. Add a second series only in orange, and only when directly comparing to the first — never a third color.</a:t>
            </a:r>
            <a:endParaRPr lang="en-US" sz="1000" dirty="0"/>
          </a:p>
        </p:txBody>
      </p:sp>
      <p:pic>
        <p:nvPicPr>
          <p:cNvPr id="7" name="Picture 6">
            <a:extLst>
              <a:ext uri="{FF2B5EF4-FFF2-40B4-BE49-F238E27FC236}">
                <a16:creationId xmlns:a16="http://schemas.microsoft.com/office/drawing/2014/main" id="{90342AE6-1BDE-DA88-BF41-D8BF598109D9}"/>
              </a:ext>
            </a:extLst>
          </p:cNvPr>
          <p:cNvPicPr>
            <a:picLocks noChangeAspect="1"/>
          </p:cNvPicPr>
          <p:nvPr/>
        </p:nvPicPr>
        <p:blipFill>
          <a:blip r:embed="rId4"/>
          <a:stretch>
            <a:fillRect/>
          </a:stretch>
        </p:blipFill>
        <p:spPr>
          <a:xfrm>
            <a:off x="640080" y="380425"/>
            <a:ext cx="852096"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2000" b="1" dirty="0">
                <a:solidFill>
                  <a:srgbClr val="2E2E2E"/>
                </a:solidFill>
                <a:latin typeface="Space Grotesk" pitchFamily="34" charset="0"/>
                <a:ea typeface="Space Grotesk" pitchFamily="34" charset="-122"/>
                <a:cs typeface="Space Grotesk" pitchFamily="34" charset="-120"/>
              </a:rPr>
              <a:t>Donut Composition — copy this chart into your deck</a:t>
            </a:r>
            <a:endParaRPr lang="en-US" sz="2000" dirty="0"/>
          </a:p>
        </p:txBody>
      </p:sp>
      <p:graphicFrame>
        <p:nvGraphicFramePr>
          <p:cNvPr id="4" name="Chart 0"/>
          <p:cNvGraphicFramePr/>
          <p:nvPr/>
        </p:nvGraphicFramePr>
        <p:xfrm>
          <a:off x="1188720" y="1554480"/>
          <a:ext cx="59436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498080" y="1737360"/>
            <a:ext cx="3931920" cy="4114800"/>
          </a:xfrm>
          <a:prstGeom prst="rect">
            <a:avLst/>
          </a:prstGeom>
          <a:noFill/>
          <a:ln/>
        </p:spPr>
        <p:txBody>
          <a:bodyPr wrap="square" rtlCol="0" anchor="t"/>
          <a:lstStyle/>
          <a:p>
            <a:pPr marL="0" indent="0">
              <a:buNone/>
            </a:pPr>
            <a:r>
              <a:rPr lang="en-US" sz="1000" dirty="0">
                <a:solidFill>
                  <a:srgbClr val="6B6B76"/>
                </a:solidFill>
                <a:latin typeface="Plus Jakarta Sans" pitchFamily="34" charset="0"/>
                <a:ea typeface="Plus Jakarta Sans" pitchFamily="34" charset="-122"/>
                <a:cs typeface="Plus Jakarta Sans" pitchFamily="34" charset="-120"/>
              </a:rPr>
              <a:t>Style rule: 3 segments max. Orange = the headline share, indigo = secondary, mist = remainder. More than 3 segments — use a table instead, a donut chart stops being readable.</a:t>
            </a:r>
            <a:endParaRPr lang="en-US" sz="1000" dirty="0"/>
          </a:p>
        </p:txBody>
      </p:sp>
      <p:pic>
        <p:nvPicPr>
          <p:cNvPr id="7" name="Picture 6">
            <a:extLst>
              <a:ext uri="{FF2B5EF4-FFF2-40B4-BE49-F238E27FC236}">
                <a16:creationId xmlns:a16="http://schemas.microsoft.com/office/drawing/2014/main" id="{0335D21E-AEF1-744A-CEB7-5518FF868DA2}"/>
              </a:ext>
            </a:extLst>
          </p:cNvPr>
          <p:cNvPicPr>
            <a:picLocks noChangeAspect="1"/>
          </p:cNvPicPr>
          <p:nvPr/>
        </p:nvPicPr>
        <p:blipFill>
          <a:blip r:embed="rId4"/>
          <a:stretch>
            <a:fillRect/>
          </a:stretch>
        </p:blipFill>
        <p:spPr>
          <a:xfrm>
            <a:off x="640080" y="380425"/>
            <a:ext cx="852096"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640080" y="777240"/>
            <a:ext cx="9144000" cy="548640"/>
          </a:xfrm>
          <a:prstGeom prst="rect">
            <a:avLst/>
          </a:prstGeom>
          <a:noFill/>
          <a:ln/>
        </p:spPr>
        <p:txBody>
          <a:bodyPr wrap="square" rtlCol="0" anchor="ctr"/>
          <a:lstStyle/>
          <a:p>
            <a:pPr marL="0" indent="0">
              <a:buNone/>
            </a:pPr>
            <a:r>
              <a:rPr lang="en-US" sz="2000" b="1" dirty="0">
                <a:solidFill>
                  <a:srgbClr val="2E2E2E"/>
                </a:solidFill>
                <a:latin typeface="Space Grotesk" pitchFamily="34" charset="0"/>
                <a:ea typeface="Space Grotesk" pitchFamily="34" charset="-122"/>
                <a:cs typeface="Space Grotesk" pitchFamily="34" charset="-120"/>
              </a:rPr>
              <a:t>Waterfall / Bridge — copy this chart into your deck</a:t>
            </a:r>
            <a:endParaRPr lang="en-US" sz="2000" dirty="0"/>
          </a:p>
        </p:txBody>
      </p:sp>
      <p:graphicFrame>
        <p:nvGraphicFramePr>
          <p:cNvPr id="4" name="Chart 0"/>
          <p:cNvGraphicFramePr/>
          <p:nvPr/>
        </p:nvGraphicFramePr>
        <p:xfrm>
          <a:off x="640080" y="1554480"/>
          <a:ext cx="7772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8595360" y="1737360"/>
            <a:ext cx="3017520" cy="4114800"/>
          </a:xfrm>
          <a:prstGeom prst="rect">
            <a:avLst/>
          </a:prstGeom>
          <a:noFill/>
          <a:ln/>
        </p:spPr>
        <p:txBody>
          <a:bodyPr wrap="square" rtlCol="0" anchor="t"/>
          <a:lstStyle/>
          <a:p>
            <a:pPr marL="0" indent="0">
              <a:buNone/>
            </a:pPr>
            <a:r>
              <a:rPr lang="en-US" sz="1000" dirty="0">
                <a:solidFill>
                  <a:srgbClr val="6B6B76"/>
                </a:solidFill>
                <a:latin typeface="Plus Jakarta Sans" pitchFamily="34" charset="0"/>
                <a:ea typeface="Plus Jakarta Sans" pitchFamily="34" charset="-122"/>
                <a:cs typeface="Plus Jakarta Sans" pitchFamily="34" charset="-120"/>
              </a:rPr>
              <a:t>Style rule: base series set to transparent, value series in indigo. Manually recolor the 'Start' and 'End' bars to Soft Black after pasting (select just that data point), and delete the base series' own data labels (select them, Delete) to distinguish anchors from deltas.</a:t>
            </a:r>
            <a:endParaRPr lang="en-US" sz="1000" dirty="0"/>
          </a:p>
        </p:txBody>
      </p:sp>
      <p:pic>
        <p:nvPicPr>
          <p:cNvPr id="9" name="Picture 8">
            <a:extLst>
              <a:ext uri="{FF2B5EF4-FFF2-40B4-BE49-F238E27FC236}">
                <a16:creationId xmlns:a16="http://schemas.microsoft.com/office/drawing/2014/main" id="{849DA02F-5767-E3F9-2C1D-10FF2455C2EF}"/>
              </a:ext>
            </a:extLst>
          </p:cNvPr>
          <p:cNvPicPr>
            <a:picLocks noChangeAspect="1"/>
          </p:cNvPicPr>
          <p:nvPr/>
        </p:nvPicPr>
        <p:blipFill>
          <a:blip r:embed="rId4"/>
          <a:stretch>
            <a:fillRect/>
          </a:stretch>
        </p:blipFill>
        <p:spPr>
          <a:xfrm>
            <a:off x="640080" y="380425"/>
            <a:ext cx="852096" cy="320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218</Words>
  <Application>Microsoft Office PowerPoint</Application>
  <PresentationFormat>Widescreen</PresentationFormat>
  <Paragraphs>15</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Plus Jakarta Sans</vt:lpstr>
      <vt:lpstr>Space Grotesk</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Anilyzed.</cp:lastModifiedBy>
  <cp:revision>1</cp:revision>
  <dcterms:created xsi:type="dcterms:W3CDTF">2026-08-19T07:43:41Z</dcterms:created>
  <dcterms:modified xsi:type="dcterms:W3CDTF">2026-09-11T10:23:15Z</dcterms:modified>
</cp:coreProperties>
</file>